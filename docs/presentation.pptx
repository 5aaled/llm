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PULS-EVENTS  ·  PREUVE DE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Assistant de recommandation
d’événements culturels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RAG · LangChain · Mistral · FAISS
Périmètre : Paris · événements &lt; 12 mois · 12/09/2026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01 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Pourquoi Puls-Events teste un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Puls-Events agrège l’offre culturelle (OpenAgenda) et veut un assistant capable
de recommander des sorties adaptées, filtrables par lieu et par période.
Objectif du POC : montrer à Produit et Marketing qu’une génération augmentée
(AGR / RAG) ancrée dans une base vectorielle est faisable, évaluable, et démoable.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02 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Un LLM seul n’est pas un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•  Il invente des dates, des salles, des tarifs (hallucinations).
•  Le catalogue Puls-Events change tous les jours : le modèle n’est pas à jour.
•  Une recherche mot-clé rate le langage naturel des utilisateurs.
•  Il faut une réponse sourcée, vérifiable en réunion de go / no-go.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03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RAG : chercher d’abord, rédiger ensuite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1.  Indexer les événements Paris (moins d’un an) sous forme de vecteurs.
2.  À chaque question, retrouver les extraits sémantiquement proches.
3.  Demander à Mistral de répondre UNIQUEMENT avec ces extraits.
Résultat : recommandation rédigée + sources OpenAgenda affichées.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04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Deux phases, tout le code en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</a:rPr>
              <a:t>Indexation (à la demande)
OpenAgenda  →  filtres Paris + 12 mois  →  chunks  →  mistral-embed  →  FAISS
Question (démo live)
utilisateur  →  embedding  →  top-5 FAISS  →  prompt  →  mistral-small  →  réponse
Pas de GPU, pas de cloud applicatif. Deux API externes : OpenAgenda et Mistral.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05 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OpenAgenda · Paris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•  200 événements structurés après filtrage
•  200 chunks indexés dans FAISS
•  Ville = Paris (nom, CP 75xxx ou GPS intramuros)
•  Dates : dernière occurrence ≥ aujourd’hui − 365 jours, plus le futur
•  Lieux exemples : 139 Rue du Temple, 75003 Paris, 59 Rivoli, AUBERGE DE JEUNESSE MIJE MARAIS FOURCY, Académie du Climat, Ambassade de Lituanie, Artazart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06  CHOIX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La pile imposée, utilisée vraiment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•  LangChain : orchestration retriever → prompt → LLM
•  FAISS CPU : index local exact, reconstructible (rebuild_index.py)
•  mistral-embed : vecteurs d’événements
•  mistral-small-latest : rédaction, température 0,2
•  Streamlit : démo live pour Produit / Marketing
•  Pytest : conformité Paris + fraîcheur &lt; 1 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07 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Pourquoi small plutôt que large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Le goulot d’un RAG n’est pas la taille du LLM, c’est la qualité du chunk ramené.
mistral-small-latest : français solide, coût et latence adaptés à une démo.
mistral-embed : même écosystème, 1024 dimensions, standard Mistral.
Version finale : tester un modèle plus grand seulement si la synthèse reste pauvre
malgré un bon retrieval.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08  RÉSULTATS DU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Ce qui a été mesuré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•  Jeu annoté : 12 questions (titre, thème, lieu, quartier)
•  Accuracy retrieval (faits annotés présents dans le top-k) : 0.667
•  Couverture moyenne des faits : 0.667
Critère du brief : même sens + mêmes informations que la réponse humaine.
Si le quota chat Mistral est saturé (429), lancer `python evaluate.py --llm` plus tard.
Les sources s’affichent sous chaque réponse de la démo.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09  DÉMO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Ce que nous allons montrer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1.  Reconstruction de l’index (commande unique).
2.  Question ciblée sur un titre d’événement réel.
3.  Question ouverte (« expo », « concert », « sortie familiale »).
4.  Affichage des extraits OpenAgenda (preuve que ce n’est pas du bluff).
5.  Une question hors périmètre → le bot refuse d’inventer.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10 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Honnêteté de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•  Pas de mémoire de conversation (choix du brief).
•  Volume plafonné pour rester dans le quota API.
•  Pas de filtre date interactif dans l’UI (filtre à l’indexation seulement).
•  Similarité brute, sans reranker.
•  Dépendance réseau Mistral + OpenAgenda.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11  VERSION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Calibri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•  Filtres métadonnées : dates, arrondissement, prix, type
•  Hybride BM25 + vecteurs + reranker
•  Cache d’embeddings et MAJ incrémentale du catalogue
•  Jeu annoté enrichi par Produit (vrais parcours utilisateurs)
•  API derrière le front Puls-Events, observabilité des hallucinations
•  FAISS tant que le volume est petit ; moteur managé au-delà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12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 POC est fonctionnel, reproductible et démontrable.
La pile LangChain + Mistral + FAISS suffit pour décider d’un go.
L’enjeu suivant est produit : filtres, qualité de retrieval, évaluation.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